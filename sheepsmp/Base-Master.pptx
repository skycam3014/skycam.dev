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9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9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25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0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3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6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9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2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406B9-60E8-429A-BAFB-C515192BBEA5}" type="datetimeFigureOut">
              <a:rPr lang="en-US" smtClean="0"/>
              <a:t>8/6/2018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3B5AD-D3EE-4D1F-AA9F-59C90FEEF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8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29FE8-7442-4C8C-81F0-CC71083D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C520FFD-B788-4126-83AA-0503517E714E}"/>
              </a:ext>
            </a:extLst>
          </p:cNvPr>
          <p:cNvSpPr/>
          <p:nvPr/>
        </p:nvSpPr>
        <p:spPr>
          <a:xfrm>
            <a:off x="4972668" y="2895793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A34A85-13E5-41AD-A8E6-552A0774B4BE}"/>
              </a:ext>
            </a:extLst>
          </p:cNvPr>
          <p:cNvSpPr/>
          <p:nvPr/>
        </p:nvSpPr>
        <p:spPr>
          <a:xfrm>
            <a:off x="7903437" y="4692354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093D80-9DD2-4D1C-8FC3-8144572A838D}"/>
              </a:ext>
            </a:extLst>
          </p:cNvPr>
          <p:cNvSpPr/>
          <p:nvPr/>
        </p:nvSpPr>
        <p:spPr>
          <a:xfrm>
            <a:off x="6103945" y="4774415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79679A-EDBE-4D2A-8E1F-28702176646E}"/>
              </a:ext>
            </a:extLst>
          </p:cNvPr>
          <p:cNvSpPr/>
          <p:nvPr/>
        </p:nvSpPr>
        <p:spPr>
          <a:xfrm>
            <a:off x="7416930" y="342900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84ED54-8BF6-4EA1-930D-F14CD30D66B3}"/>
              </a:ext>
            </a:extLst>
          </p:cNvPr>
          <p:cNvSpPr/>
          <p:nvPr/>
        </p:nvSpPr>
        <p:spPr>
          <a:xfrm>
            <a:off x="5930133" y="360659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34989A-5D97-4FB3-BBE6-0E0771F4BB6A}"/>
              </a:ext>
            </a:extLst>
          </p:cNvPr>
          <p:cNvSpPr/>
          <p:nvPr/>
        </p:nvSpPr>
        <p:spPr>
          <a:xfrm>
            <a:off x="3432220" y="2799441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22CD8B-59DB-4477-9E4A-5CA582FF2E9E}"/>
              </a:ext>
            </a:extLst>
          </p:cNvPr>
          <p:cNvSpPr/>
          <p:nvPr/>
        </p:nvSpPr>
        <p:spPr>
          <a:xfrm>
            <a:off x="4028632" y="2977031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D09250-42B3-45E8-812E-CB826A1306B5}"/>
              </a:ext>
            </a:extLst>
          </p:cNvPr>
          <p:cNvSpPr/>
          <p:nvPr/>
        </p:nvSpPr>
        <p:spPr>
          <a:xfrm>
            <a:off x="6904304" y="3019174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2FCE97F-2F40-413E-9967-5A6D523F8082}"/>
              </a:ext>
            </a:extLst>
          </p:cNvPr>
          <p:cNvSpPr/>
          <p:nvPr/>
        </p:nvSpPr>
        <p:spPr>
          <a:xfrm>
            <a:off x="6103945" y="2148736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D11523-C49D-41E4-B091-AB72F7A0A145}"/>
              </a:ext>
            </a:extLst>
          </p:cNvPr>
          <p:cNvSpPr/>
          <p:nvPr/>
        </p:nvSpPr>
        <p:spPr>
          <a:xfrm>
            <a:off x="6339304" y="2700073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750A0B-A6BC-4146-8B0B-5775326E179C}"/>
              </a:ext>
            </a:extLst>
          </p:cNvPr>
          <p:cNvSpPr/>
          <p:nvPr/>
        </p:nvSpPr>
        <p:spPr>
          <a:xfrm>
            <a:off x="5246815" y="2326326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50393-06E3-4E15-A636-70A7EF56D16E}"/>
              </a:ext>
            </a:extLst>
          </p:cNvPr>
          <p:cNvSpPr txBox="1"/>
          <p:nvPr/>
        </p:nvSpPr>
        <p:spPr>
          <a:xfrm>
            <a:off x="5239672" y="2350027"/>
            <a:ext cx="40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B6F890-53FB-4D1A-92A7-5BA03EDF813E}"/>
              </a:ext>
            </a:extLst>
          </p:cNvPr>
          <p:cNvSpPr/>
          <p:nvPr/>
        </p:nvSpPr>
        <p:spPr>
          <a:xfrm>
            <a:off x="7354610" y="1994847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B61D29-E6C6-4DB6-BC57-5FD6E2D318A8}"/>
              </a:ext>
            </a:extLst>
          </p:cNvPr>
          <p:cNvSpPr txBox="1"/>
          <p:nvPr/>
        </p:nvSpPr>
        <p:spPr>
          <a:xfrm>
            <a:off x="7347467" y="2018548"/>
            <a:ext cx="403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11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DFECA65-87BE-44FD-98DB-20B894AF04A5}"/>
              </a:ext>
            </a:extLst>
          </p:cNvPr>
          <p:cNvGrpSpPr/>
          <p:nvPr/>
        </p:nvGrpSpPr>
        <p:grpSpPr>
          <a:xfrm>
            <a:off x="6132772" y="3138971"/>
            <a:ext cx="403891" cy="355180"/>
            <a:chOff x="7499867" y="2147247"/>
            <a:chExt cx="403891" cy="35518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3875AF6-953E-43C7-8ED2-3F2508794DA9}"/>
                </a:ext>
              </a:extLst>
            </p:cNvPr>
            <p:cNvSpPr/>
            <p:nvPr/>
          </p:nvSpPr>
          <p:spPr>
            <a:xfrm>
              <a:off x="7507010" y="2147247"/>
              <a:ext cx="347623" cy="35518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2ABBE8-FDE8-4CDE-8362-9D9696958D8D}"/>
                </a:ext>
              </a:extLst>
            </p:cNvPr>
            <p:cNvSpPr txBox="1"/>
            <p:nvPr/>
          </p:nvSpPr>
          <p:spPr>
            <a:xfrm>
              <a:off x="7499867" y="2170948"/>
              <a:ext cx="4038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12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D76AE94-4FA8-40CB-81C0-5830605354A4}"/>
              </a:ext>
            </a:extLst>
          </p:cNvPr>
          <p:cNvGrpSpPr/>
          <p:nvPr/>
        </p:nvGrpSpPr>
        <p:grpSpPr>
          <a:xfrm>
            <a:off x="7017389" y="2621851"/>
            <a:ext cx="403891" cy="355180"/>
            <a:chOff x="7499867" y="2147247"/>
            <a:chExt cx="403891" cy="3551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2E00261-628E-41EF-AC1C-ECB6CF1E35EC}"/>
                </a:ext>
              </a:extLst>
            </p:cNvPr>
            <p:cNvSpPr/>
            <p:nvPr/>
          </p:nvSpPr>
          <p:spPr>
            <a:xfrm>
              <a:off x="7507010" y="2147247"/>
              <a:ext cx="347623" cy="35518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B26865-EF93-48DA-8724-9FAC9A587282}"/>
                </a:ext>
              </a:extLst>
            </p:cNvPr>
            <p:cNvSpPr txBox="1"/>
            <p:nvPr/>
          </p:nvSpPr>
          <p:spPr>
            <a:xfrm>
              <a:off x="7499867" y="2170948"/>
              <a:ext cx="4038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13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304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BB841-00FE-469B-80C3-59B8E44B6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68580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1A7C258A-E055-4012-96A7-74691BDEAEDD}"/>
              </a:ext>
            </a:extLst>
          </p:cNvPr>
          <p:cNvSpPr/>
          <p:nvPr/>
        </p:nvSpPr>
        <p:spPr>
          <a:xfrm>
            <a:off x="6534439" y="384747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8820F0-4004-4B9D-A506-2F27EF148EB1}"/>
              </a:ext>
            </a:extLst>
          </p:cNvPr>
          <p:cNvSpPr/>
          <p:nvPr/>
        </p:nvSpPr>
        <p:spPr>
          <a:xfrm>
            <a:off x="5138777" y="307382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BFC740-25EC-4C54-8661-EEBEB2B8B4C3}"/>
              </a:ext>
            </a:extLst>
          </p:cNvPr>
          <p:cNvSpPr/>
          <p:nvPr/>
        </p:nvSpPr>
        <p:spPr>
          <a:xfrm>
            <a:off x="5880262" y="394719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8EA34D1-68ED-4AF2-AF8D-E83152B0028B}"/>
              </a:ext>
            </a:extLst>
          </p:cNvPr>
          <p:cNvSpPr/>
          <p:nvPr/>
        </p:nvSpPr>
        <p:spPr>
          <a:xfrm>
            <a:off x="5138776" y="4530413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122D80B-6255-465D-8169-589F4D61AD56}"/>
              </a:ext>
            </a:extLst>
          </p:cNvPr>
          <p:cNvSpPr/>
          <p:nvPr/>
        </p:nvSpPr>
        <p:spPr>
          <a:xfrm>
            <a:off x="4564344" y="4638851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978808F-3074-43A1-811B-3822D2F2EEEA}"/>
              </a:ext>
            </a:extLst>
          </p:cNvPr>
          <p:cNvSpPr/>
          <p:nvPr/>
        </p:nvSpPr>
        <p:spPr>
          <a:xfrm>
            <a:off x="3893196" y="376960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C4E6ADD-F24D-414D-A9C8-5D97D6ED5215}"/>
              </a:ext>
            </a:extLst>
          </p:cNvPr>
          <p:cNvSpPr/>
          <p:nvPr/>
        </p:nvSpPr>
        <p:spPr>
          <a:xfrm>
            <a:off x="4470556" y="3847470"/>
            <a:ext cx="347623" cy="3551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2D50C43-5131-45F4-9106-E397D4D7867B}"/>
              </a:ext>
            </a:extLst>
          </p:cNvPr>
          <p:cNvSpPr/>
          <p:nvPr/>
        </p:nvSpPr>
        <p:spPr>
          <a:xfrm>
            <a:off x="6991016" y="3277714"/>
            <a:ext cx="306599" cy="3389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34E610-2421-405A-9620-B521FA9B4DD7}"/>
              </a:ext>
            </a:extLst>
          </p:cNvPr>
          <p:cNvSpPr/>
          <p:nvPr/>
        </p:nvSpPr>
        <p:spPr>
          <a:xfrm>
            <a:off x="7591824" y="2383830"/>
            <a:ext cx="306599" cy="3389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1123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23</Words>
  <Application>Microsoft Office PowerPoint</Application>
  <PresentationFormat>Custom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camwright skycam</dc:creator>
  <cp:lastModifiedBy>camwright skycam</cp:lastModifiedBy>
  <cp:revision>4</cp:revision>
  <dcterms:created xsi:type="dcterms:W3CDTF">2018-08-06T22:55:20Z</dcterms:created>
  <dcterms:modified xsi:type="dcterms:W3CDTF">2018-08-07T00:57:16Z</dcterms:modified>
</cp:coreProperties>
</file>